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71" r:id="rId5"/>
    <p:sldId id="272" r:id="rId6"/>
    <p:sldId id="273" r:id="rId7"/>
    <p:sldId id="275" r:id="rId8"/>
    <p:sldId id="274" r:id="rId9"/>
  </p:sldIdLst>
  <p:sldSz cx="9144000" cy="5143500" type="screen16x9"/>
  <p:notesSz cx="6858000" cy="9144000"/>
  <p:defaultTextStyle>
    <a:defPPr>
      <a:defRPr lang="fr-F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6A31"/>
    <a:srgbClr val="78A55B"/>
    <a:srgbClr val="860F10"/>
    <a:srgbClr val="BA2817"/>
    <a:srgbClr val="78A55A"/>
    <a:srgbClr val="E8E8E8"/>
    <a:srgbClr val="15A44A"/>
    <a:srgbClr val="DDFDE7"/>
    <a:srgbClr val="F0F9F0"/>
    <a:srgbClr val="FCE8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1736" autoAdjust="0"/>
    <p:restoredTop sz="82910"/>
  </p:normalViewPr>
  <p:slideViewPr>
    <p:cSldViewPr snapToGrid="0" snapToObjects="1" showGuides="1">
      <p:cViewPr varScale="1">
        <p:scale>
          <a:sx n="141" d="100"/>
          <a:sy n="141" d="100"/>
        </p:scale>
        <p:origin x="342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85" d="100"/>
        <a:sy n="18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50" d="100"/>
          <a:sy n="150" d="100"/>
        </p:scale>
        <p:origin x="608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79B33-A94D-4C8C-88C2-619932967EF3}" type="datetimeFigureOut">
              <a:rPr lang="fr-CH" smtClean="0">
                <a:latin typeface="Arial" panose="020B0604020202020204" pitchFamily="34" charset="0"/>
              </a:rPr>
              <a:t>09.07.2026</a:t>
            </a:fld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 dirty="0">
              <a:latin typeface="Arial" panose="020B0604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F4AF0-8439-436D-BEF0-52070F19E1B6}" type="slidenum">
              <a:rPr lang="fr-CH" smtClean="0">
                <a:latin typeface="Arial" panose="020B0604020202020204" pitchFamily="34" charset="0"/>
              </a:rPr>
              <a:t>‹#›</a:t>
            </a:fld>
            <a:endParaRPr lang="fr-CH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05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F8103E42-5239-1A40-AD33-3EE7E9DDF5FD}" type="datetimeFigureOut">
              <a:rPr lang="fr-FR" smtClean="0"/>
              <a:pPr/>
              <a:t>09/07/2026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4CF50783-AAED-1941-8BCC-9F6140F0A6B1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26742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F50783-AAED-1941-8BCC-9F6140F0A6B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09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space réservé pour une image  11">
            <a:extLst>
              <a:ext uri="{FF2B5EF4-FFF2-40B4-BE49-F238E27FC236}">
                <a16:creationId xmlns:a16="http://schemas.microsoft.com/office/drawing/2014/main" id="{4CF6F629-51E7-9F40-939D-F50AE3925A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1913" y="0"/>
            <a:ext cx="7812087" cy="4948238"/>
          </a:xfrm>
        </p:spPr>
        <p:txBody>
          <a:bodyPr/>
          <a:lstStyle/>
          <a:p>
            <a:r>
              <a:rPr lang="fr-FR" dirty="0"/>
              <a:t>Cliquez sur l'icône pour ajouter une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5563" y="786535"/>
            <a:ext cx="2738437" cy="2338387"/>
          </a:xfrm>
          <a:solidFill>
            <a:schemeClr val="accent1"/>
          </a:solidFill>
        </p:spPr>
        <p:txBody>
          <a:bodyPr lIns="216000" anchor="ctr" anchorCtr="0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6763" y="3124922"/>
            <a:ext cx="1828800" cy="1568450"/>
          </a:xfrm>
          <a:solidFill>
            <a:schemeClr val="tx1"/>
          </a:solidFill>
        </p:spPr>
        <p:txBody>
          <a:bodyPr lIns="90000"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6535A482-EC85-1C41-A1E4-7882A0E39F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647" y="80283"/>
            <a:ext cx="1175301" cy="508655"/>
          </a:xfrm>
          <a:prstGeom prst="rect">
            <a:avLst/>
          </a:prstGeom>
        </p:spPr>
      </p:pic>
      <p:sp>
        <p:nvSpPr>
          <p:cNvPr id="16" name="Espace réservé du texte 4">
            <a:extLst>
              <a:ext uri="{FF2B5EF4-FFF2-40B4-BE49-F238E27FC236}">
                <a16:creationId xmlns:a16="http://schemas.microsoft.com/office/drawing/2014/main" id="{01960462-6F28-0740-916D-499D3BEDB2B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60381" y="4043045"/>
            <a:ext cx="1828800" cy="460375"/>
          </a:xfrm>
          <a:solidFill>
            <a:schemeClr val="bg1"/>
          </a:solidFill>
        </p:spPr>
        <p:txBody>
          <a:bodyPr lIns="90000" anchor="ctr">
            <a:noAutofit/>
          </a:bodyPr>
          <a:lstStyle>
            <a:lvl1pPr marL="0" indent="0" algn="ctr">
              <a:buNone/>
              <a:defRPr sz="1100"/>
            </a:lvl1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85A7E8-A7F9-4998-AC0C-09C1F3C9D6D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3846" y="200151"/>
            <a:ext cx="2511797" cy="4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80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126" userDrawn="1">
          <p15:clr>
            <a:srgbClr val="FBAE40"/>
          </p15:clr>
        </p15:guide>
        <p15:guide id="5" orient="horz" pos="123" userDrawn="1">
          <p15:clr>
            <a:srgbClr val="FBAE40"/>
          </p15:clr>
        </p15:guide>
        <p15:guide id="6" orient="horz" pos="3117" userDrawn="1">
          <p15:clr>
            <a:srgbClr val="FBAE40"/>
          </p15:clr>
        </p15:guide>
        <p15:guide id="7" pos="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>
          <a:xfrm rot="16200000">
            <a:off x="-1221731" y="2115988"/>
            <a:ext cx="3341052" cy="911524"/>
          </a:xfrm>
          <a:prstGeom prst="rect">
            <a:avLst/>
          </a:prstGeom>
        </p:spPr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179FA5B-E270-4D46-A6AA-15266198F8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95065" y="4731433"/>
            <a:ext cx="1392554" cy="2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64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12" name="Espace réservé de la date 11"/>
          <p:cNvSpPr>
            <a:spLocks noGrp="1"/>
          </p:cNvSpPr>
          <p:nvPr>
            <p:ph type="dt" sz="half" idx="14"/>
          </p:nvPr>
        </p:nvSpPr>
        <p:spPr>
          <a:xfrm rot="16200000">
            <a:off x="-1221413" y="2115988"/>
            <a:ext cx="3341052" cy="911524"/>
          </a:xfrm>
          <a:prstGeom prst="rect">
            <a:avLst/>
          </a:prstGeom>
        </p:spPr>
        <p:txBody>
          <a:bodyPr/>
          <a:lstStyle/>
          <a:p>
            <a:r>
              <a:rPr lang="fr-CH" dirty="0"/>
              <a:t>NAME EVENT / NAME PRESENTATION</a:t>
            </a:r>
            <a:endParaRPr lang="fr-FR" dirty="0"/>
          </a:p>
        </p:txBody>
      </p:sp>
      <p:sp>
        <p:nvSpPr>
          <p:cNvPr id="13" name="Espace réservé du pied de page 12"/>
          <p:cNvSpPr>
            <a:spLocks noGrp="1"/>
          </p:cNvSpPr>
          <p:nvPr>
            <p:ph type="ftr" sz="quarter" idx="15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4" name="Espace réservé du numéro de diapositive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6116A6-5803-413C-A1E8-217418A6ED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95065" y="4731433"/>
            <a:ext cx="1392554" cy="2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177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9F6C81-AE59-DE44-BF60-E773080CD91C}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0" y="777875"/>
            <a:ext cx="4058920" cy="1793875"/>
          </a:xfrm>
        </p:spPr>
        <p:txBody>
          <a:bodyPr anchor="ctr" anchorCtr="0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0" y="2571750"/>
            <a:ext cx="4058920" cy="2156508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9" name="Espace réservé pour une image  8">
            <a:extLst>
              <a:ext uri="{FF2B5EF4-FFF2-40B4-BE49-F238E27FC236}">
                <a16:creationId xmlns:a16="http://schemas.microsoft.com/office/drawing/2014/main" id="{C58F136D-3292-C745-91DE-A21191C16F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667125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4"/>
          </p:nvPr>
        </p:nvSpPr>
        <p:spPr>
          <a:xfrm rot="16200000">
            <a:off x="-1221731" y="2115988"/>
            <a:ext cx="3341052" cy="911524"/>
          </a:xfrm>
          <a:prstGeom prst="rect">
            <a:avLst/>
          </a:prstGeom>
        </p:spPr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5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61FEDC-3120-4590-BD25-FD298F05C6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95065" y="4731433"/>
            <a:ext cx="1392554" cy="2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29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A30C78BE-DAD0-D748-8B93-AD898D00C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e la date 8">
            <a:extLst>
              <a:ext uri="{FF2B5EF4-FFF2-40B4-BE49-F238E27FC236}">
                <a16:creationId xmlns:a16="http://schemas.microsoft.com/office/drawing/2014/main" id="{131A8490-33AC-9443-A9FC-9A5E9322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-1221414" y="2115988"/>
            <a:ext cx="3341052" cy="911524"/>
          </a:xfrm>
          <a:prstGeom prst="rect">
            <a:avLst/>
          </a:prstGeom>
        </p:spPr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0" name="Espace réservé du pied de page 9">
            <a:extLst>
              <a:ext uri="{FF2B5EF4-FFF2-40B4-BE49-F238E27FC236}">
                <a16:creationId xmlns:a16="http://schemas.microsoft.com/office/drawing/2014/main" id="{B875139C-6471-774D-89EF-2B93FAD2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3942AF23-4BDC-8C4A-9212-AF88439C6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9627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487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00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5" name="Titre 4">
            <a:extLst>
              <a:ext uri="{FF2B5EF4-FFF2-40B4-BE49-F238E27FC236}">
                <a16:creationId xmlns:a16="http://schemas.microsoft.com/office/drawing/2014/main" id="{55F20A3C-6DA6-684F-8F84-A7C8F1339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6" name="Espace réservé de la date 5">
            <a:extLst>
              <a:ext uri="{FF2B5EF4-FFF2-40B4-BE49-F238E27FC236}">
                <a16:creationId xmlns:a16="http://schemas.microsoft.com/office/drawing/2014/main" id="{B633A2CC-2D27-AE47-AE09-87A5F61228B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1221414" y="2115988"/>
            <a:ext cx="3341052" cy="911524"/>
          </a:xfrm>
          <a:prstGeom prst="rect">
            <a:avLst/>
          </a:prstGeom>
        </p:spPr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ABC000E-4E22-1A40-9D3F-FE2F141E5CA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0AF49D93-C78A-F646-92B0-A7932C43D9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318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1221730" y="2115988"/>
            <a:ext cx="3341052" cy="911524"/>
          </a:xfrm>
          <a:prstGeom prst="rect">
            <a:avLst/>
          </a:prstGeom>
        </p:spPr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876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69895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3144838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02A0D73-096C-844E-97C3-C4A4AF580FD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-1221731" y="2115988"/>
            <a:ext cx="3341052" cy="911524"/>
          </a:xfrm>
          <a:prstGeom prst="rect">
            <a:avLst/>
          </a:prstGeom>
        </p:spPr>
        <p:txBody>
          <a:bodyPr/>
          <a:lstStyle/>
          <a:p>
            <a:r>
              <a:rPr lang="fr-CH"/>
              <a:t>NAME EVENT / NAME PRESENTATION</a:t>
            </a:r>
            <a:endParaRPr lang="fr-FR" dirty="0"/>
          </a:p>
        </p:txBody>
      </p:sp>
      <p:sp>
        <p:nvSpPr>
          <p:cNvPr id="9" name="Espace réservé du pied de page 8">
            <a:extLst>
              <a:ext uri="{FF2B5EF4-FFF2-40B4-BE49-F238E27FC236}">
                <a16:creationId xmlns:a16="http://schemas.microsoft.com/office/drawing/2014/main" id="{CEF5AC5C-A2B6-2848-8C47-96A168E211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7115989" y="1874064"/>
            <a:ext cx="3543260" cy="512762"/>
          </a:xfrm>
          <a:prstGeom prst="rect">
            <a:avLst/>
          </a:prstGeom>
        </p:spPr>
        <p:txBody>
          <a:bodyPr/>
          <a:lstStyle/>
          <a:p>
            <a:r>
              <a:rPr lang="fr-FR"/>
              <a:t>Speaker </a:t>
            </a:r>
            <a:endParaRPr lang="fr-FR" dirty="0"/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31B90E33-03D8-2143-B49F-B1474EE1A1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3FC7B5EC-066E-EC4A-B320-77DF64E6E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9395" y="131032"/>
            <a:ext cx="3144520" cy="1072753"/>
          </a:xfr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531427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70ED9B2D-C513-AF40-B94F-355C174B8F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1563688"/>
            <a:ext cx="3144838" cy="3579812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49395" y="1563688"/>
            <a:ext cx="4581525" cy="3386772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7" name="Titre 6">
            <a:extLst>
              <a:ext uri="{FF2B5EF4-FFF2-40B4-BE49-F238E27FC236}">
                <a16:creationId xmlns:a16="http://schemas.microsoft.com/office/drawing/2014/main" id="{C026A30B-6F8E-1445-88F0-A5FB77E1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82F21D18-8706-7E4D-8FBE-C1E2584541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4545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875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9772" y="1563688"/>
            <a:ext cx="3671466" cy="3263504"/>
          </a:xfrm>
        </p:spPr>
        <p:txBody>
          <a:bodyPr/>
          <a:lstStyle/>
          <a:p>
            <a:pPr lvl="0"/>
            <a:r>
              <a:rPr lang="fr-FR"/>
              <a:t>Modifier les styles du texte du masque
Deuxième niveau
Troisième niveau
Quatrième niveau
Cinquième niveau</a:t>
            </a:r>
          </a:p>
        </p:txBody>
      </p:sp>
      <p:sp>
        <p:nvSpPr>
          <p:cNvPr id="8" name="Titre 7">
            <a:extLst>
              <a:ext uri="{FF2B5EF4-FFF2-40B4-BE49-F238E27FC236}">
                <a16:creationId xmlns:a16="http://schemas.microsoft.com/office/drawing/2014/main" id="{6897D737-724C-984A-82E1-2A2DBD5F6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D59D891-3F23-D04C-AB43-6FA4220AF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6706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>
            <a:extLst>
              <a:ext uri="{FF2B5EF4-FFF2-40B4-BE49-F238E27FC236}">
                <a16:creationId xmlns:a16="http://schemas.microsoft.com/office/drawing/2014/main" id="{9BFFD8D9-6AAA-B44F-8BD5-98D7A6546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1083942-1443-BC45-9F95-32C82A8DC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740393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5563" y="2345039"/>
            <a:ext cx="2738437" cy="2111375"/>
          </a:xfrm>
          <a:solidFill>
            <a:schemeClr val="accent2"/>
          </a:solidFill>
        </p:spPr>
        <p:txBody>
          <a:bodyPr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C516D46-C7BB-2141-A4EE-18D1756414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0948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0"/>
            <a:ext cx="7726363" cy="5143500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0FE7A1E3-AAEC-7641-B6C5-8D9FC0B6A21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017272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pour une image  6">
            <a:extLst>
              <a:ext uri="{FF2B5EF4-FFF2-40B4-BE49-F238E27FC236}">
                <a16:creationId xmlns:a16="http://schemas.microsoft.com/office/drawing/2014/main" id="{625DAC6D-23F0-6941-BE81-E7A79CA3AF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04875" y="3114674"/>
            <a:ext cx="8239125" cy="2028825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7"/>
          </p:nvPr>
        </p:nvSpPr>
        <p:spPr>
          <a:xfrm>
            <a:off x="904875" y="1563688"/>
            <a:ext cx="7646988" cy="1436687"/>
          </a:xfrm>
        </p:spPr>
        <p:txBody>
          <a:bodyPr/>
          <a:lstStyle>
            <a:lvl4pPr>
              <a:defRPr>
                <a:latin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</a:defRPr>
            </a:lvl5pPr>
          </a:lstStyle>
          <a:p>
            <a:pPr lvl="0"/>
            <a:r>
              <a:rPr lang="fr-FR"/>
              <a:t>Modifier les styles du texte du masque
Deuxième niveau
Troisième niveau
Quatrième niveau
Cinquième niveau</a:t>
            </a:r>
            <a:endParaRPr lang="fr-CH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9D9777C-EC90-1141-9E30-4B4F669C2BE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sp>
        <p:nvSpPr>
          <p:cNvPr id="11" name="Titre 10">
            <a:extLst>
              <a:ext uri="{FF2B5EF4-FFF2-40B4-BE49-F238E27FC236}">
                <a16:creationId xmlns:a16="http://schemas.microsoft.com/office/drawing/2014/main" id="{0E011164-727C-4C46-B34E-7729CB35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5311561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50897EC-4A11-4A17-AFB0-E3657C112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948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4875" y="131032"/>
            <a:ext cx="3667125" cy="1072753"/>
          </a:xfrm>
          <a:prstGeom prst="rect">
            <a:avLst/>
          </a:prstGeom>
        </p:spPr>
        <p:txBody>
          <a:bodyPr vert="horz" lIns="180000" tIns="0" rIns="72000" bIns="46800" rtlCol="0" anchor="t">
            <a:normAutofit/>
          </a:bodyPr>
          <a:lstStyle/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4875" y="1563688"/>
            <a:ext cx="7726363" cy="3386772"/>
          </a:xfrm>
          <a:prstGeom prst="rect">
            <a:avLst/>
          </a:prstGeom>
        </p:spPr>
        <p:txBody>
          <a:bodyPr vert="horz" lIns="180000" tIns="45720" rIns="91440" bIns="4572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
Quatrième niveau
Cinquième niveau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31238" y="195263"/>
            <a:ext cx="512762" cy="163552"/>
          </a:xfrm>
          <a:prstGeom prst="rect">
            <a:avLst/>
          </a:prstGeom>
        </p:spPr>
        <p:txBody>
          <a:bodyPr vert="horz" lIns="90000" tIns="0" rIns="90000" bIns="0" rtlCol="0" anchor="t"/>
          <a:lstStyle>
            <a:lvl1pPr algn="ctr">
              <a:defRPr sz="700" b="1">
                <a:solidFill>
                  <a:schemeClr val="tx1"/>
                </a:solidFill>
                <a:latin typeface="+mj-lt"/>
              </a:defRPr>
            </a:lvl1pPr>
          </a:lstStyle>
          <a:p>
            <a:fld id="{E1E1CD7C-2161-7D43-862E-CE4C333CD873}" type="slidenum">
              <a:rPr lang="fr-FR" smtClean="0"/>
              <a:pPr/>
              <a:t>‹#›</a:t>
            </a:fld>
            <a:endParaRPr lang="fr-FR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17E6E68-87EB-C34E-85D5-C26372DFEC99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30273" y="4667438"/>
            <a:ext cx="653952" cy="2830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239E24-FEDC-4FDD-ABA4-783C8BE8A9D8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7495065" y="4731433"/>
            <a:ext cx="1392554" cy="23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486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81" r:id="rId3"/>
    <p:sldLayoutId id="2147483673" r:id="rId4"/>
    <p:sldLayoutId id="2147483662" r:id="rId5"/>
    <p:sldLayoutId id="2147483674" r:id="rId6"/>
    <p:sldLayoutId id="2147483675" r:id="rId7"/>
    <p:sldLayoutId id="2147483682" r:id="rId8"/>
    <p:sldLayoutId id="2147483676" r:id="rId9"/>
    <p:sldLayoutId id="2147483664" r:id="rId10"/>
    <p:sldLayoutId id="2147483666" r:id="rId11"/>
    <p:sldLayoutId id="2147483677" r:id="rId12"/>
    <p:sldLayoutId id="2147483678" r:id="rId13"/>
    <p:sldLayoutId id="2147483679" r:id="rId14"/>
    <p:sldLayoutId id="2147483667" r:id="rId15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000" spc="-70" baseline="0">
          <a:solidFill>
            <a:schemeClr val="tx1"/>
          </a:solidFill>
          <a:latin typeface="Franklin Gothic Demi Cond" panose="020B0706030402020204" pitchFamily="34" charset="0"/>
          <a:ea typeface="Roboto Black" panose="02000000000000000000" pitchFamily="2" charset="0"/>
          <a:cs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SzPct val="90000"/>
        <a:buFont typeface="Wingdings" pitchFamily="2" charset="2"/>
        <a:buChar char="§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SzPct val="90000"/>
        <a:buFont typeface="Wingdings" pitchFamily="2" charset="2"/>
        <a:buChar char="§"/>
        <a:defRPr sz="15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126" userDrawn="1">
          <p15:clr>
            <a:srgbClr val="F26B43"/>
          </p15:clr>
        </p15:guide>
        <p15:guide id="3" pos="5602" userDrawn="1">
          <p15:clr>
            <a:srgbClr val="F26B43"/>
          </p15:clr>
        </p15:guide>
        <p15:guide id="4" pos="2880" userDrawn="1">
          <p15:clr>
            <a:srgbClr val="F26B43"/>
          </p15:clr>
        </p15:guide>
        <p15:guide id="5" orient="horz" pos="123" userDrawn="1">
          <p15:clr>
            <a:srgbClr val="F26B43"/>
          </p15:clr>
        </p15:guide>
        <p15:guide id="6" orient="horz" pos="3117" userDrawn="1">
          <p15:clr>
            <a:srgbClr val="F26B43"/>
          </p15:clr>
        </p15:guide>
        <p15:guide id="7" pos="570" userDrawn="1">
          <p15:clr>
            <a:srgbClr val="F26B43"/>
          </p15:clr>
        </p15:guide>
        <p15:guide id="8" pos="1155" userDrawn="1">
          <p15:clr>
            <a:srgbClr val="F26B43"/>
          </p15:clr>
        </p15:guide>
        <p15:guide id="9" pos="1728" userDrawn="1">
          <p15:clr>
            <a:srgbClr val="F26B43"/>
          </p15:clr>
        </p15:guide>
        <p15:guide id="10" pos="2304" userDrawn="1">
          <p15:clr>
            <a:srgbClr val="F26B43"/>
          </p15:clr>
        </p15:guide>
        <p15:guide id="11" pos="3456" userDrawn="1">
          <p15:clr>
            <a:srgbClr val="F26B43"/>
          </p15:clr>
        </p15:guide>
        <p15:guide id="12" pos="4035" userDrawn="1">
          <p15:clr>
            <a:srgbClr val="F26B43"/>
          </p15:clr>
        </p15:guide>
        <p15:guide id="13" pos="4608" userDrawn="1">
          <p15:clr>
            <a:srgbClr val="F26B43"/>
          </p15:clr>
        </p15:guide>
        <p15:guide id="14" pos="5180" userDrawn="1">
          <p15:clr>
            <a:srgbClr val="F26B43"/>
          </p15:clr>
        </p15:guide>
        <p15:guide id="15" orient="horz" pos="490" userDrawn="1">
          <p15:clr>
            <a:srgbClr val="F26B43"/>
          </p15:clr>
        </p15:guide>
        <p15:guide id="16" orient="horz" pos="985" userDrawn="1">
          <p15:clr>
            <a:srgbClr val="F26B43"/>
          </p15:clr>
        </p15:guide>
        <p15:guide id="17" orient="horz" pos="1475" userDrawn="1">
          <p15:clr>
            <a:srgbClr val="F26B43"/>
          </p15:clr>
        </p15:guide>
        <p15:guide id="18" orient="horz" pos="1962" userDrawn="1">
          <p15:clr>
            <a:srgbClr val="F26B43"/>
          </p15:clr>
        </p15:guide>
        <p15:guide id="19" orient="horz" pos="2458" userDrawn="1">
          <p15:clr>
            <a:srgbClr val="F26B43"/>
          </p15:clr>
        </p15:guide>
        <p15:guide id="20" orient="horz" pos="2950" userDrawn="1">
          <p15:clr>
            <a:srgbClr val="F26B43"/>
          </p15:clr>
        </p15:guide>
        <p15:guide id="21" pos="5437" userDrawn="1">
          <p15:clr>
            <a:srgbClr val="F26B43"/>
          </p15:clr>
        </p15:guide>
        <p15:guide id="22" orient="horz" userDrawn="1">
          <p15:clr>
            <a:srgbClr val="F26B43"/>
          </p15:clr>
        </p15:guide>
        <p15:guide id="23" pos="5760" userDrawn="1">
          <p15:clr>
            <a:srgbClr val="F26B43"/>
          </p15:clr>
        </p15:guide>
        <p15:guide id="24" orient="horz" pos="3240" userDrawn="1">
          <p15:clr>
            <a:srgbClr val="F26B43"/>
          </p15:clr>
        </p15:guide>
        <p15:guide id="2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809A3F5-F9A6-192B-5EE6-04B9BBE8B06D}"/>
              </a:ext>
            </a:extLst>
          </p:cNvPr>
          <p:cNvSpPr txBox="1"/>
          <p:nvPr/>
        </p:nvSpPr>
        <p:spPr>
          <a:xfrm>
            <a:off x="907254" y="1863864"/>
            <a:ext cx="73294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+mj-lt"/>
              </a:rPr>
              <a:t>Progress Meeting</a:t>
            </a:r>
            <a:endParaRPr kumimoji="1" lang="zh-CN" altLang="en-US" sz="4000" dirty="0">
              <a:latin typeface="+mj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AB6E3A-45D2-EA81-5A8D-065DD0CC6DF0}"/>
              </a:ext>
            </a:extLst>
          </p:cNvPr>
          <p:cNvSpPr txBox="1"/>
          <p:nvPr/>
        </p:nvSpPr>
        <p:spPr>
          <a:xfrm>
            <a:off x="3532418" y="2571750"/>
            <a:ext cx="200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Elian van </a:t>
            </a:r>
            <a:r>
              <a:rPr kumimoji="1" lang="en-US" altLang="zh-CN" sz="1800" b="1" dirty="0" err="1">
                <a:latin typeface="Calibri" panose="020F0502020204030204" pitchFamily="34" charset="0"/>
                <a:cs typeface="Calibri" panose="020F0502020204030204" pitchFamily="34" charset="0"/>
              </a:rPr>
              <a:t>Shalkwijk</a:t>
            </a:r>
            <a:endParaRPr kumimoji="1" lang="zh-CN" alt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A4943F-61CD-FC45-B4A8-A7139673C90F}"/>
              </a:ext>
            </a:extLst>
          </p:cNvPr>
          <p:cNvSpPr txBox="1"/>
          <p:nvPr/>
        </p:nvSpPr>
        <p:spPr>
          <a:xfrm>
            <a:off x="3647160" y="2941082"/>
            <a:ext cx="18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800" b="1" dirty="0">
                <a:latin typeface="Calibri" panose="020F0502020204030204" pitchFamily="34" charset="0"/>
                <a:cs typeface="Calibri" panose="020F0502020204030204" pitchFamily="34" charset="0"/>
              </a:rPr>
              <a:t>Put the data here</a:t>
            </a:r>
            <a:endParaRPr kumimoji="1" lang="zh-CN" altLang="en-US" sz="18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437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07B7761E-72C5-2FAA-046E-EB95AB05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2</a:t>
            </a:fld>
            <a:endParaRPr lang="fr-FR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C35357-2746-EF3A-2C60-A4B8FBF1157B}"/>
              </a:ext>
            </a:extLst>
          </p:cNvPr>
          <p:cNvSpPr txBox="1"/>
          <p:nvPr/>
        </p:nvSpPr>
        <p:spPr>
          <a:xfrm>
            <a:off x="277586" y="195263"/>
            <a:ext cx="3198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+mj-lt"/>
              </a:rPr>
              <a:t>Review of last week</a:t>
            </a:r>
            <a:endParaRPr kumimoji="1" lang="zh-CN" altLang="en-US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7041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221B9-E977-9949-6A4C-CD39B5AD1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4B4126D-D7AA-6D9F-9B9B-A74CAC65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3</a:t>
            </a:fld>
            <a:endParaRPr lang="fr-FR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FF21199-CB1F-FF95-74CD-6E34FE05B599}"/>
              </a:ext>
            </a:extLst>
          </p:cNvPr>
          <p:cNvSpPr txBox="1"/>
          <p:nvPr/>
        </p:nvSpPr>
        <p:spPr>
          <a:xfrm>
            <a:off x="277586" y="195263"/>
            <a:ext cx="33740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+mj-lt"/>
              </a:rPr>
              <a:t>Work done this week</a:t>
            </a:r>
            <a:endParaRPr kumimoji="1" lang="zh-CN" altLang="en-US" sz="32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429996-87BB-4D56-B049-5C28CF2C2C57}"/>
              </a:ext>
            </a:extLst>
          </p:cNvPr>
          <p:cNvSpPr txBox="1"/>
          <p:nvPr/>
        </p:nvSpPr>
        <p:spPr>
          <a:xfrm>
            <a:off x="4389119" y="358815"/>
            <a:ext cx="4179147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413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— Tracking a sin(x) trajectory</a:t>
            </a:r>
            <a:endParaRPr lang="en-US" sz="1400" dirty="0"/>
          </a:p>
          <a:p>
            <a:endParaRPr lang="fr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816CF9-FA02-43BB-B923-F3D604B65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090" y="724747"/>
            <a:ext cx="4179148" cy="38726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0067215-464D-4B5B-9EB9-7C80CA9D4611}"/>
              </a:ext>
            </a:extLst>
          </p:cNvPr>
          <p:cNvSpPr txBox="1"/>
          <p:nvPr/>
        </p:nvSpPr>
        <p:spPr>
          <a:xfrm>
            <a:off x="216746" y="846290"/>
            <a:ext cx="18694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kern="0" spc="100" dirty="0">
                <a:solidFill>
                  <a:srgbClr val="00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  <a:p>
            <a:endParaRPr lang="fr-CH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BE2F4-D9DB-4ED5-99F2-E8C57E855600}"/>
              </a:ext>
            </a:extLst>
          </p:cNvPr>
          <p:cNvSpPr txBox="1"/>
          <p:nvPr/>
        </p:nvSpPr>
        <p:spPr>
          <a:xfrm>
            <a:off x="277586" y="1187606"/>
            <a:ext cx="3959647" cy="1473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environment: state = position + local slope of the target + tracking error; action = step (dx, </a:t>
            </a:r>
            <a:r>
              <a:rPr lang="en-US" sz="1050" dirty="0" err="1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</a:t>
            </a:r>
            <a:r>
              <a:rPr lang="en-US" sz="105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shaping: high reward near the curve, penalty for drifting away  this pulls the agent onto sin(x).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Algorithm: PPO coded from scratch (actor + critic networks, GAE advantages).</a:t>
            </a:r>
            <a:endParaRPr lang="en-US" sz="1050" dirty="0"/>
          </a:p>
          <a:p>
            <a:endParaRPr lang="fr-CH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AB3FEB-DF23-4B4E-A291-375485062B1D}"/>
              </a:ext>
            </a:extLst>
          </p:cNvPr>
          <p:cNvSpPr txBox="1"/>
          <p:nvPr/>
        </p:nvSpPr>
        <p:spPr>
          <a:xfrm>
            <a:off x="277586" y="2609631"/>
            <a:ext cx="1112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kern="0" spc="100" dirty="0">
                <a:solidFill>
                  <a:srgbClr val="E306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fr-C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D916F6-1A44-4069-8F02-2DBF69B0222E}"/>
              </a:ext>
            </a:extLst>
          </p:cNvPr>
          <p:cNvSpPr txBox="1"/>
          <p:nvPr/>
        </p:nvSpPr>
        <p:spPr>
          <a:xfrm>
            <a:off x="253568" y="2995629"/>
            <a:ext cx="4091094" cy="1059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policy scores ≈ −19 and ignores the curve.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training: the learned policy tracks sin(x) almost perfectly.</a:t>
            </a:r>
            <a:endParaRPr lang="en-US" sz="105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test: injected sudden “wind gusts” → the agent recovers and returns to the curve.</a:t>
            </a:r>
            <a:endParaRPr lang="en-US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B8D254-40C3-44D5-BC73-3E976B8BDF33}"/>
              </a:ext>
            </a:extLst>
          </p:cNvPr>
          <p:cNvSpPr txBox="1"/>
          <p:nvPr/>
        </p:nvSpPr>
        <p:spPr>
          <a:xfrm>
            <a:off x="1198880" y="4543527"/>
            <a:ext cx="2607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900" dirty="0" err="1"/>
              <a:t>Also</a:t>
            </a:r>
            <a:r>
              <a:rPr lang="fr-CH" sz="900" dirty="0"/>
              <a:t> </a:t>
            </a:r>
            <a:r>
              <a:rPr lang="fr-CH" sz="900" dirty="0" err="1"/>
              <a:t>read</a:t>
            </a:r>
            <a:r>
              <a:rPr lang="fr-CH" sz="900" dirty="0"/>
              <a:t> the </a:t>
            </a:r>
            <a:r>
              <a:rPr lang="fr-CH" sz="900" dirty="0" err="1"/>
              <a:t>papers</a:t>
            </a:r>
            <a:r>
              <a:rPr lang="fr-CH" sz="900" dirty="0"/>
              <a:t>, links and documents </a:t>
            </a:r>
            <a:r>
              <a:rPr lang="fr-CH" sz="900" dirty="0" err="1"/>
              <a:t>you</a:t>
            </a:r>
            <a:r>
              <a:rPr lang="fr-CH" sz="900" dirty="0"/>
              <a:t> gave me</a:t>
            </a:r>
          </a:p>
        </p:txBody>
      </p:sp>
    </p:spTree>
    <p:extLst>
      <p:ext uri="{BB962C8B-B14F-4D97-AF65-F5344CB8AC3E}">
        <p14:creationId xmlns:p14="http://schemas.microsoft.com/office/powerpoint/2010/main" val="384325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BD7B-EB22-66EE-9FD3-D1BD1B2D9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6177988-5CBC-F38E-7DE2-7F3050A76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4</a:t>
            </a:fld>
            <a:endParaRPr lang="fr-FR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1C2912-492D-1228-4FFC-31CAAAD8D82E}"/>
              </a:ext>
            </a:extLst>
          </p:cNvPr>
          <p:cNvSpPr txBox="1"/>
          <p:nvPr/>
        </p:nvSpPr>
        <p:spPr>
          <a:xfrm>
            <a:off x="277586" y="195263"/>
            <a:ext cx="3393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+mj-lt"/>
              </a:rPr>
              <a:t>Questions to discuss</a:t>
            </a:r>
            <a:endParaRPr kumimoji="1" lang="zh-CN" altLang="en-US" sz="32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5DE1F4-BEA0-4DDF-9F77-7F95492A6110}"/>
              </a:ext>
            </a:extLst>
          </p:cNvPr>
          <p:cNvSpPr txBox="1"/>
          <p:nvPr/>
        </p:nvSpPr>
        <p:spPr>
          <a:xfrm>
            <a:off x="4281718" y="378963"/>
            <a:ext cx="4227600" cy="515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413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— Music-reactive trajectory generation</a:t>
            </a:r>
            <a:endParaRPr lang="en-US" sz="1400" dirty="0"/>
          </a:p>
          <a:p>
            <a:endParaRPr lang="fr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B8F1FB-47CB-431F-837D-FB28F3854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700" y="894489"/>
            <a:ext cx="2558359" cy="30670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494458-9851-4C3B-BB6E-5EEBF1F6BF60}"/>
              </a:ext>
            </a:extLst>
          </p:cNvPr>
          <p:cNvSpPr txBox="1"/>
          <p:nvPr/>
        </p:nvSpPr>
        <p:spPr>
          <a:xfrm>
            <a:off x="345440" y="975360"/>
            <a:ext cx="3677920" cy="1372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actions {go straight, turn left 90°, turn right 90°} at constant speed → clean straight lines and sharp corners.</a:t>
            </a:r>
            <a:endParaRPr lang="en-US" sz="1200" dirty="0"/>
          </a:p>
          <a:p>
            <a:pPr marL="342900" indent="-342900">
              <a:lnSpc>
                <a:spcPct val="102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with a categorical policy; beats are random for now.</a:t>
            </a:r>
            <a:endParaRPr lang="en-US" sz="1200" dirty="0"/>
          </a:p>
          <a:p>
            <a:endParaRPr lang="fr-CH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7F770-FCCE-4F3E-B511-B2E7F160E7F5}"/>
              </a:ext>
            </a:extLst>
          </p:cNvPr>
          <p:cNvSpPr txBox="1"/>
          <p:nvPr/>
        </p:nvSpPr>
        <p:spPr>
          <a:xfrm>
            <a:off x="677332" y="2224203"/>
            <a:ext cx="38133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sz="1400" b="1" dirty="0"/>
              <a:t>Is It a good </a:t>
            </a:r>
            <a:r>
              <a:rPr lang="fr-CH" sz="1400" b="1" dirty="0" err="1"/>
              <a:t>way</a:t>
            </a:r>
            <a:r>
              <a:rPr lang="fr-CH" sz="1400" b="1" dirty="0"/>
              <a:t>? </a:t>
            </a:r>
          </a:p>
          <a:p>
            <a:r>
              <a:rPr lang="fr-CH" sz="1400" b="1" dirty="0" err="1"/>
              <a:t>Should</a:t>
            </a:r>
            <a:r>
              <a:rPr lang="fr-CH" sz="1400" b="1" dirty="0"/>
              <a:t> I </a:t>
            </a:r>
            <a:r>
              <a:rPr lang="fr-CH" sz="1400" b="1" dirty="0" err="1"/>
              <a:t>make</a:t>
            </a:r>
            <a:r>
              <a:rPr lang="fr-CH" sz="1400" b="1" dirty="0"/>
              <a:t> </a:t>
            </a:r>
            <a:r>
              <a:rPr lang="fr-CH" sz="1400" b="1" dirty="0" err="1"/>
              <a:t>it</a:t>
            </a:r>
            <a:r>
              <a:rPr lang="fr-CH" sz="1400" b="1" dirty="0"/>
              <a:t> </a:t>
            </a:r>
            <a:r>
              <a:rPr lang="fr-CH" sz="1400" b="1" dirty="0" err="1"/>
              <a:t>turn</a:t>
            </a:r>
            <a:r>
              <a:rPr lang="fr-CH" sz="1400" b="1" dirty="0"/>
              <a:t> </a:t>
            </a:r>
            <a:r>
              <a:rPr lang="fr-CH" sz="1400" b="1" dirty="0" err="1"/>
              <a:t>other</a:t>
            </a:r>
            <a:r>
              <a:rPr lang="fr-CH" sz="1400" b="1" dirty="0"/>
              <a:t> </a:t>
            </a:r>
            <a:r>
              <a:rPr lang="fr-CH" sz="1400" b="1" dirty="0" err="1"/>
              <a:t>than</a:t>
            </a:r>
            <a:r>
              <a:rPr lang="fr-CH" sz="1400" b="1" dirty="0"/>
              <a:t> </a:t>
            </a:r>
            <a:r>
              <a:rPr lang="en-US" sz="1400" b="1" dirty="0">
                <a:solidFill>
                  <a:srgbClr val="2B28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90°?</a:t>
            </a:r>
            <a:endParaRPr lang="fr-CH" sz="1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9C76F6C-905E-4ADD-AF52-765717088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341" y="961444"/>
            <a:ext cx="2558359" cy="277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30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F145-F485-E9E6-10B1-84B66D336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A00FDD74-2F70-1A5B-D2C9-E3A85B4C2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1CD7C-2161-7D43-862E-CE4C333CD873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F0CFC08-BA80-DC7C-EC2B-8190E71D5055}"/>
              </a:ext>
            </a:extLst>
          </p:cNvPr>
          <p:cNvSpPr txBox="1"/>
          <p:nvPr/>
        </p:nvSpPr>
        <p:spPr>
          <a:xfrm>
            <a:off x="277586" y="195263"/>
            <a:ext cx="1810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>
                <a:latin typeface="+mj-lt"/>
              </a:rPr>
              <a:t>Next steps</a:t>
            </a:r>
            <a:endParaRPr kumimoji="1" lang="zh-CN" altLang="en-US" sz="3200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37F70-F0C9-4169-B6C9-AF0FC2693456}"/>
              </a:ext>
            </a:extLst>
          </p:cNvPr>
          <p:cNvSpPr txBox="1"/>
          <p:nvPr/>
        </p:nvSpPr>
        <p:spPr>
          <a:xfrm>
            <a:off x="623147" y="1165013"/>
            <a:ext cx="682752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Fix wall handling  :  use the beat anticipation (countdown) to avoid arena boundaries.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Add an area-coverage reward  :  with a visited-map in the state, so the trajectory fills the space.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From random beats → real music  :  drive turns from actual audio beats.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Try implementing in 3D</a:t>
            </a:r>
          </a:p>
        </p:txBody>
      </p:sp>
    </p:spTree>
    <p:extLst>
      <p:ext uri="{BB962C8B-B14F-4D97-AF65-F5344CB8AC3E}">
        <p14:creationId xmlns:p14="http://schemas.microsoft.com/office/powerpoint/2010/main" val="340073927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EPFL - New Colors 2019">
      <a:dk1>
        <a:srgbClr val="413C3A"/>
      </a:dk1>
      <a:lt1>
        <a:srgbClr val="FFFFFF"/>
      </a:lt1>
      <a:dk2>
        <a:srgbClr val="413C3A"/>
      </a:dk2>
      <a:lt2>
        <a:srgbClr val="CAC7C7"/>
      </a:lt2>
      <a:accent1>
        <a:srgbClr val="E30613"/>
      </a:accent1>
      <a:accent2>
        <a:srgbClr val="00A79F"/>
      </a:accent2>
      <a:accent3>
        <a:srgbClr val="413C3A"/>
      </a:accent3>
      <a:accent4>
        <a:srgbClr val="007480"/>
      </a:accent4>
      <a:accent5>
        <a:srgbClr val="F39869"/>
      </a:accent5>
      <a:accent6>
        <a:srgbClr val="B51F1F"/>
      </a:accent6>
      <a:hlink>
        <a:srgbClr val="ED6E9C"/>
      </a:hlink>
      <a:folHlink>
        <a:srgbClr val="4F8FCC"/>
      </a:folHlink>
    </a:clrScheme>
    <a:fontScheme name="EPFL_Beta2">
      <a:majorFont>
        <a:latin typeface="Franklin Gothic Demi Cond"/>
        <a:ea typeface=""/>
        <a:cs typeface=""/>
      </a:majorFont>
      <a:minorFont>
        <a:latin typeface="Arial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_EPFL_Beta2" id="{6A525B41-3E68-491F-A6C9-0B15EA1321FE}" vid="{993E2952-EB5D-4425-8012-1B04381EBC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FC127AB4946248A5685C1F92D54FFE" ma:contentTypeVersion="0" ma:contentTypeDescription="Crée un document." ma:contentTypeScope="" ma:versionID="ef3ff242486930b75c69099c0dd02c5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b09c1ba23edfaa45a5e9d385267c9b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F8CE09B-89B1-4B5D-BED2-87C84F0777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48A6C70-7FF5-480A-B09B-7D0A19B2F43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66205E9-12FC-4D6C-B0C7-1E9025EEB15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9324</TotalTime>
  <Words>268</Words>
  <Application>Microsoft Office PowerPoint</Application>
  <PresentationFormat>On-screen Show (16:9)</PresentationFormat>
  <Paragraphs>34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Franklin Gothic Demi Cond</vt:lpstr>
      <vt:lpstr>Wingdings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EPFL</dc:title>
  <dc:creator>Utilisateur Microsoft Office</dc:creator>
  <cp:lastModifiedBy>Elian Van Schalkwijk</cp:lastModifiedBy>
  <cp:revision>112</cp:revision>
  <dcterms:created xsi:type="dcterms:W3CDTF">2019-04-02T06:24:35Z</dcterms:created>
  <dcterms:modified xsi:type="dcterms:W3CDTF">2026-07-09T09:51:55Z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0x0101001BFC127AB4946248A5685C1F92D54FFE</vt:lpwstr>
  </property>
</Properties>
</file>